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es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es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749808" y="393700"/>
            <a:ext cx="4712626" cy="656209"/>
            <a:chOff x="749808" y="393700"/>
            <a:chExt cx="4712626" cy="656209"/>
          </a:xfrm>
        </p:grpSpPr>
        <p:sp>
          <p:nvSpPr>
            <p:cNvPr id="2" name="TextBox 2"/>
            <p:cNvSpPr txBox="1"/>
            <p:nvPr/>
          </p:nvSpPr>
          <p:spPr>
            <a:xfrm>
              <a:off x="749808" y="393700"/>
              <a:ext cx="19290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Metric Table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844550"/>
              <a:ext cx="4705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Operating measures with current value, change, status and target progress</a:t>
              </a:r>
            </a:p>
          </p:txBody>
        </p:sp>
      </p:grpSp>
      <p:grpSp>
        <p:nvGrpSpPr>
          <p:cNvPr id="78" name="metric-table"/>
          <p:cNvGrpSpPr/>
          <p:nvPr/>
        </p:nvGrpSpPr>
        <p:grpSpPr>
          <a:xfrm>
            <a:off x="762000" y="1381125"/>
            <a:ext cx="10668000" cy="4762500"/>
            <a:chOff x="762000" y="1381125"/>
            <a:chExt cx="106680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381125"/>
              <a:ext cx="10668000" cy="5715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2790825"/>
              <a:ext cx="10668000" cy="7048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4200525"/>
              <a:ext cx="10668000" cy="7048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5610225"/>
              <a:ext cx="10668000" cy="5334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81125"/>
              <a:ext cx="10668000" cy="4762500"/>
            </a:xfrm>
            <a:prstGeom prst="rect">
              <a:avLst/>
            </a:prstGeom>
            <a:noFill/>
            <a:ln w="14288">
              <a:solidFill>
                <a:srgbClr val="CBD5E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62000" y="1381125"/>
              <a:ext cx="10668000" cy="4762500"/>
              <a:chOff x="762000" y="1381125"/>
              <a:chExt cx="10668000" cy="4762500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4095750" y="1381125"/>
                <a:ext cx="9525" cy="4762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0">
                    <a:moveTo>
                      <a:pt x="0" y="0"/>
                    </a:moveTo>
                    <a:lnTo>
                      <a:pt x="0" y="476250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905500" y="1381125"/>
                <a:ext cx="9525" cy="4762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0">
                    <a:moveTo>
                      <a:pt x="0" y="0"/>
                    </a:moveTo>
                    <a:lnTo>
                      <a:pt x="0" y="476250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7620000" y="1381125"/>
                <a:ext cx="9525" cy="4762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0">
                    <a:moveTo>
                      <a:pt x="0" y="0"/>
                    </a:moveTo>
                    <a:lnTo>
                      <a:pt x="0" y="476250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334500" y="1381125"/>
                <a:ext cx="9525" cy="4762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0">
                    <a:moveTo>
                      <a:pt x="0" y="0"/>
                    </a:moveTo>
                    <a:lnTo>
                      <a:pt x="0" y="476250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762000" y="1952625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762000" y="2790825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762000" y="3495675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762000" y="4200525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62000" y="4905375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762000" y="5610225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947547" y="1606550"/>
              <a:ext cx="10140577" cy="191643"/>
              <a:chOff x="947547" y="1606550"/>
              <a:chExt cx="10140577" cy="19164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47547" y="1606550"/>
                <a:ext cx="54420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METRIC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028572" y="1606550"/>
                <a:ext cx="69138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CURRENT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55755" y="1606550"/>
                <a:ext cx="61398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CHANGE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93507" y="1606550"/>
                <a:ext cx="56748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STATUS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676376" y="1606550"/>
                <a:ext cx="141174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TARGET PROGRESS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46785" y="2292350"/>
              <a:ext cx="6188348" cy="3759708"/>
              <a:chOff x="946785" y="2292350"/>
              <a:chExt cx="6188348" cy="375970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946785" y="2317750"/>
                <a:ext cx="13649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Service availability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192809" y="2292350"/>
                <a:ext cx="529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99.4%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87753" y="2317750"/>
                <a:ext cx="3499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59669"/>
                    </a:solidFill>
                    <a:latin typeface="Arial"/>
                    <a:ea typeface="Arial"/>
                    <a:cs typeface="Arial"/>
                  </a:rPr>
                  <a:t>▲ 0.8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6785" y="3098800"/>
                <a:ext cx="10890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Response time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294000" y="3073400"/>
                <a:ext cx="427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1.8 h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87753" y="3098800"/>
                <a:ext cx="3499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59669"/>
                    </a:solidFill>
                    <a:latin typeface="Arial"/>
                    <a:ea typeface="Arial"/>
                    <a:cs typeface="Arial"/>
                  </a:rPr>
                  <a:t>▼ 0.4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46785" y="3803650"/>
                <a:ext cx="123122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Open exceptions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505978" y="37782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18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50626" y="3803650"/>
                <a:ext cx="2242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E11D48"/>
                    </a:solidFill>
                    <a:latin typeface="Arial"/>
                    <a:ea typeface="Arial"/>
                    <a:cs typeface="Arial"/>
                  </a:rPr>
                  <a:t>▲ 3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46785" y="4508500"/>
                <a:ext cx="11805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Plan completion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344377" y="4483100"/>
                <a:ext cx="3774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76%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50626" y="4508500"/>
                <a:ext cx="2242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59669"/>
                    </a:solidFill>
                    <a:latin typeface="Arial"/>
                    <a:ea typeface="Arial"/>
                    <a:cs typeface="Arial"/>
                  </a:rPr>
                  <a:t>▲ 6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6785" y="5213350"/>
                <a:ext cx="1038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Capacity used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344377" y="5187950"/>
                <a:ext cx="3774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</a:rPr>
                  <a:t>88%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50626" y="5213350"/>
                <a:ext cx="2242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D97706"/>
                    </a:solidFill>
                    <a:latin typeface="Arial"/>
                    <a:ea typeface="Arial"/>
                    <a:cs typeface="Arial"/>
                  </a:rPr>
                  <a:t>▲ 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46785" y="5813425"/>
                <a:ext cx="13482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D4ED8"/>
                    </a:solidFill>
                    <a:latin typeface="Arial"/>
                    <a:ea typeface="Arial"/>
                    <a:cs typeface="Arial"/>
                  </a:rPr>
                  <a:t>Portfolio summary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25336" y="5788025"/>
                <a:ext cx="6965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D4ED8"/>
                    </a:solidFill>
                    <a:latin typeface="Arial"/>
                    <a:ea typeface="Arial"/>
                    <a:cs typeface="Arial"/>
                  </a:rPr>
                  <a:t>On plan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90367" y="5813425"/>
                <a:ext cx="7447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59669"/>
                    </a:solidFill>
                    <a:latin typeface="Arial"/>
                    <a:ea typeface="Arial"/>
                    <a:cs typeface="Arial"/>
                  </a:rPr>
                  <a:t>Improving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7953375" y="2330450"/>
              <a:ext cx="1004387" cy="3687318"/>
              <a:chOff x="7953375" y="2330450"/>
              <a:chExt cx="1004387" cy="3687318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7953375" y="2333625"/>
                <a:ext cx="133350" cy="133350"/>
              </a:xfrm>
              <a:prstGeom prst="ellipse">
                <a:avLst/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291327" y="2330450"/>
                <a:ext cx="60044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059669"/>
                    </a:solidFill>
                    <a:latin typeface="Arial"/>
                    <a:ea typeface="Arial"/>
                    <a:cs typeface="Arial"/>
                  </a:rPr>
                  <a:t>On target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7953375" y="3114675"/>
                <a:ext cx="133350" cy="133350"/>
              </a:xfrm>
              <a:prstGeom prst="ellipse">
                <a:avLst/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291327" y="3111500"/>
                <a:ext cx="60044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059669"/>
                    </a:solidFill>
                    <a:latin typeface="Arial"/>
                    <a:ea typeface="Arial"/>
                    <a:cs typeface="Arial"/>
                  </a:rPr>
                  <a:t>On target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7953375" y="3819525"/>
                <a:ext cx="133350" cy="133350"/>
              </a:xfrm>
              <a:prstGeom prst="ellipse">
                <a:avLst/>
              </a:prstGeom>
              <a:solidFill>
                <a:srgbClr val="E11D48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287893" y="3816350"/>
                <a:ext cx="60731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E11D48"/>
                    </a:solidFill>
                    <a:latin typeface="Arial"/>
                    <a:ea typeface="Arial"/>
                    <a:cs typeface="Arial"/>
                  </a:rPr>
                  <a:t>Off target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953375" y="4524375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225338" y="4521200"/>
                <a:ext cx="73242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2563EB"/>
                    </a:solidFill>
                    <a:latin typeface="Arial"/>
                    <a:ea typeface="Arial"/>
                    <a:cs typeface="Arial"/>
                  </a:rPr>
                  <a:t>In progress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7953375" y="5229225"/>
                <a:ext cx="133350" cy="13335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386465" y="5226050"/>
                <a:ext cx="41016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D97706"/>
                    </a:solidFill>
                    <a:latin typeface="Arial"/>
                    <a:ea typeface="Arial"/>
                    <a:cs typeface="Arial"/>
                  </a:rPr>
                  <a:t>Watch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7953375" y="5829300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386772" y="5826125"/>
                <a:ext cx="40955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1D4ED8"/>
                    </a:solidFill>
                    <a:latin typeface="Arial"/>
                    <a:ea typeface="Arial"/>
                    <a:cs typeface="Arial"/>
                  </a:rPr>
                  <a:t>Stable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9667875" y="2333625"/>
              <a:ext cx="1528953" cy="3703193"/>
              <a:chOff x="9667875" y="2333625"/>
              <a:chExt cx="1528953" cy="3703193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9667875" y="2333625"/>
                <a:ext cx="13335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667875" y="2333625"/>
                <a:ext cx="12573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922856" y="2349500"/>
                <a:ext cx="2739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94%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667875" y="3114675"/>
                <a:ext cx="13335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667875" y="3114675"/>
                <a:ext cx="113347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922856" y="3130550"/>
                <a:ext cx="2739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85%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9667875" y="3819525"/>
                <a:ext cx="13335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9667875" y="3819525"/>
                <a:ext cx="6858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E11D48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922856" y="3835400"/>
                <a:ext cx="2739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51%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9667875" y="4524375"/>
                <a:ext cx="13335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9667875" y="4524375"/>
                <a:ext cx="100965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922856" y="4540250"/>
                <a:ext cx="2739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76%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9667875" y="5229225"/>
                <a:ext cx="13335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9667875" y="5229225"/>
                <a:ext cx="117157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10922856" y="5245100"/>
                <a:ext cx="2739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</a:rPr>
                  <a:t>88%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9667875" y="5829300"/>
                <a:ext cx="13335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BFDBFE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9667875" y="5829300"/>
                <a:ext cx="10668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922856" y="5845175"/>
                <a:ext cx="2739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dirty="0">
                    <a:solidFill>
                      <a:srgbClr val="1D4ED8"/>
                    </a:solidFill>
                    <a:latin typeface="Arial"/>
                    <a:ea typeface="Arial"/>
                    <a:cs typeface="Arial"/>
                  </a:rPr>
                  <a:t>80%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est_project">
  <a:themeElements>
    <a:clrScheme name="test_projec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st_projec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s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2026-10-05T11:56:37Z</dcterms:created>
  <dcterms:modified xsi:type="dcterms:W3CDTF">2026-10-05T11:56:37Z</dcterms:modified>
  <cp:category/>
  <cp:contentStatus/>
</cp:coreProperties>
</file>